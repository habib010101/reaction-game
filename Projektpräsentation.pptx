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bin" panose="020B0604020202020204" charset="0"/>
      <p:regular r:id="rId9"/>
    </p:embeddedFont>
    <p:embeddedFont>
      <p:font typeface="Unbounded" panose="020B0604020202020204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22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706767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Reaktionsspiel: Ein Mikrocontroller-Projekt in AVR Assembler</a:t>
            </a:r>
            <a:endParaRPr lang="en-US" sz="4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8473F6-FAAE-637E-0F95-F8F5DAE30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718" y="7292259"/>
            <a:ext cx="1874682" cy="9373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98019"/>
            <a:ext cx="1130165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Zentrale Hardware-Komponenten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480786"/>
            <a:ext cx="3014305" cy="1862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583073"/>
            <a:ext cx="30143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ATmega328P Mikrocontroller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430560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 Herzstück des Spiels: leistungsstarker 8-Bit-Mikrocontroller mit 16 MHz.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233" y="2480786"/>
            <a:ext cx="3014305" cy="18629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1233" y="45830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TM1637 Display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51233" y="5078611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Zeigt die Reaktionszeit präzise auf einem kompakten 4-stelligen LED-Display.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743" y="2480786"/>
            <a:ext cx="3014305" cy="18629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4743" y="4583073"/>
            <a:ext cx="3014305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Visuelles &amp; Akustisches Feedback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64743" y="5782508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LED für Startsignal, Piezo-Summer für Spielende und Sieg.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8252" y="2480786"/>
            <a:ext cx="3014424" cy="18629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8252" y="4583073"/>
            <a:ext cx="301442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Robuste Eingabetasten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78252" y="5430560"/>
            <a:ext cx="301442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Zwei Tasten mit integrierter Entprellungslogik für präzise Spielereingaben.</a:t>
            </a:r>
            <a:endParaRPr lang="en-US" sz="185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F0D5AEE9-ABFB-82E7-A187-85A48D526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5996" y="7292259"/>
            <a:ext cx="1874682" cy="9373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270" y="499943"/>
            <a:ext cx="4277797" cy="53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Schaltplan 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657" y="1307306"/>
            <a:ext cx="9838968" cy="5927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6270" y="7438787"/>
            <a:ext cx="13357860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371E39D-5466-8ED2-5BBA-250154780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718" y="7292259"/>
            <a:ext cx="1874682" cy="9373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94309"/>
            <a:ext cx="1074979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Spiellogik: Hardware-Interaktion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277076"/>
            <a:ext cx="4158734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77039" y="35163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Spielereingaben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4011930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Zwei Taster an PD2 und PD7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erfassen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Spieleraktionen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3277076"/>
            <a:ext cx="4158734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75089" y="3516392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Startsignal &amp; Feedback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5089" y="4363879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Die LED an PD5 signalisiert Spielstart. Der Buzzer an PD6 gibt akustisches Feedback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zu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Spielenden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3277076"/>
            <a:ext cx="4158853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873139" y="35163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Zeit-Anzeige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3139" y="4011930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 TM1637 Display (PD3/PD4)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zeigt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den Stand des Spiels an.</a:t>
            </a:r>
            <a:endParaRPr lang="en-US" sz="185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2F9E242-A37C-790B-EE95-7967948CE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324" y="7292259"/>
            <a:ext cx="1874682" cy="9373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636" y="556736"/>
            <a:ext cx="5870734" cy="59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Spiellogik und Ablauf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36" y="1453277"/>
            <a:ext cx="1009531" cy="1538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17978" y="1655088"/>
            <a:ext cx="3817620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Zufällige Startverzögerung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917978" y="2072997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 bis 10 </a:t>
            </a:r>
            <a:r>
              <a:rPr lang="en-US" sz="15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Sekunden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917978" y="2466618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Timer-Interrupts als Seed.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36" y="2991445"/>
            <a:ext cx="1009531" cy="1538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17978" y="3193256"/>
            <a:ext cx="2375416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Startsignal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917978" y="3611166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LED leuchtet (500 ms).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917978" y="4004786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Messung beginnt danach.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36" y="4529614"/>
            <a:ext cx="1009531" cy="19317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17978" y="4731425"/>
            <a:ext cx="4134088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Siegerbestimmung &amp; Anzeige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17978" y="5149334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Schnellster Spieler gewinnt.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917978" y="5542955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Siegerzeit 5 Sekunden sichtbar.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917978" y="5936575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Buzzer für Gewinner.</a:t>
            </a:r>
            <a:endParaRPr lang="en-US" sz="1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636" y="6461403"/>
            <a:ext cx="1009531" cy="12114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917978" y="6663214"/>
            <a:ext cx="3017758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Automatischer Reset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1917978" y="7081123"/>
            <a:ext cx="651938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Neustart nach Anzeige.</a:t>
            </a:r>
            <a:endParaRPr lang="en-US" sz="15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711" y="607695"/>
            <a:ext cx="5596533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Fazit und Ausblick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59711" y="1588889"/>
            <a:ext cx="220861" cy="1738551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701433" y="1809750"/>
            <a:ext cx="367474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Erfolgreicher Abschluss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01433" y="2267069"/>
            <a:ext cx="715565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Anspruchsvolles Embedded-Systems-Projekt.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01433" y="2753082"/>
            <a:ext cx="715565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Präzision durch Assembler-Programmierung.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91062" y="3493056"/>
            <a:ext cx="220861" cy="2224564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032784" y="3713917"/>
            <a:ext cx="448151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Potenziale für Erweiterungen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32784" y="4171236"/>
            <a:ext cx="682430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Highscore-Speicherung (z.B. im EEPROM).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032784" y="4657249"/>
            <a:ext cx="682430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Mehrspieler-Modi, verschiedene Spielvarianten.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032784" y="5143262"/>
            <a:ext cx="682430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Anti-Cheat-Funktion.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922532" y="5883235"/>
            <a:ext cx="220861" cy="1738551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7364254" y="6104096"/>
            <a:ext cx="259961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Anwendbarkeit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64254" y="6561415"/>
            <a:ext cx="649283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Trainingsgerät für Sportler.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64254" y="7047428"/>
            <a:ext cx="6492835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Lernplattform für Mikrocontroller-Programmierung.</a:t>
            </a:r>
            <a:endParaRPr lang="en-US" sz="17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DE7365F8-FB3E-A2E5-3536-FBF6EC992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718" y="7292259"/>
            <a:ext cx="1874682" cy="9373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203</Words>
  <Application>Microsoft Office PowerPoint</Application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Unbounded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Habib Ibrahim</cp:lastModifiedBy>
  <cp:revision>6</cp:revision>
  <dcterms:created xsi:type="dcterms:W3CDTF">2025-06-15T23:46:14Z</dcterms:created>
  <dcterms:modified xsi:type="dcterms:W3CDTF">2025-06-20T11:12:19Z</dcterms:modified>
</cp:coreProperties>
</file>